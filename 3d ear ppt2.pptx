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1pPr>
    <a:lvl2pPr marL="0" marR="0" indent="3429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2pPr>
    <a:lvl3pPr marL="0" marR="0" indent="6858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3pPr>
    <a:lvl4pPr marL="0" marR="0" indent="10287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4pPr>
    <a:lvl5pPr marL="0" marR="0" indent="13716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5pPr>
    <a:lvl6pPr marL="0" marR="0" indent="17145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6pPr>
    <a:lvl7pPr marL="0" marR="0" indent="20574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7pPr>
    <a:lvl8pPr marL="0" marR="0" indent="24003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8pPr>
    <a:lvl9pPr marL="0" marR="0" indent="2743200" algn="l" defTabSz="647700" rtl="0" fontAlgn="auto" latinLnBrk="0" hangingPunct="0">
      <a:lnSpc>
        <a:spcPct val="100000"/>
      </a:lnSpc>
      <a:spcBef>
        <a:spcPts val="4800"/>
      </a:spcBef>
      <a:spcAft>
        <a:spcPts val="0"/>
      </a:spcAft>
      <a:buClrTx/>
      <a:buSzTx/>
      <a:buFontTx/>
      <a:buNone/>
      <a:tabLst/>
      <a:defRPr b="0" baseline="0" cap="none" i="0" spc="84" strike="noStrike" sz="4200" u="none" kumimoji="0" normalizeH="0">
        <a:ln>
          <a:noFill/>
        </a:ln>
        <a:solidFill>
          <a:srgbClr val="5B5854"/>
        </a:solidFill>
        <a:effectLst/>
        <a:uFillTx/>
        <a:latin typeface="+mn-lt"/>
        <a:ea typeface="+mn-ea"/>
        <a:cs typeface="+mn-cs"/>
        <a:sym typeface="Futur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2">
              <a:hueOff val="-1122706"/>
              <a:satOff val="6504"/>
              <a:lumOff val="15871"/>
              <a:alpha val="17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solidFill>
            <a:srgbClr val="809E35">
              <a:alpha val="10000"/>
            </a:srgb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381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81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solidFill>
            <a:srgbClr val="619E5C">
              <a:alpha val="1500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solidFill>
                <a:srgbClr val="BDBBB3"/>
              </a:solidFill>
              <a:prstDash val="solid"/>
              <a:miter lim="400000"/>
            </a:ln>
          </a:left>
          <a:right>
            <a:ln w="12700" cap="flat">
              <a:solidFill>
                <a:srgbClr val="BDBBB3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BDBBB3"/>
              </a:solidFill>
              <a:prstDash val="solid"/>
              <a:miter lim="400000"/>
            </a:ln>
          </a:insideV>
        </a:tcBdr>
        <a:fill>
          <a:solidFill>
            <a:srgbClr val="E7E3D2"/>
          </a:solidFill>
        </a:fill>
      </a:tcStyle>
    </a:wholeTbl>
    <a:band2H>
      <a:tcTxStyle b="def" i="def"/>
      <a:tcStyle>
        <a:tcBdr/>
        <a:fill>
          <a:solidFill>
            <a:srgbClr val="F6F2E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A5A59F"/>
              </a:solidFill>
              <a:prstDash val="solid"/>
              <a:miter lim="400000"/>
            </a:ln>
          </a:insideV>
        </a:tcBdr>
        <a:fill>
          <a:solidFill>
            <a:srgbClr val="D3CDB7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A5A59F"/>
              </a:solidFill>
              <a:prstDash val="solid"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A5A59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8E755A"/>
              </a:solidFill>
              <a:prstDash val="solid"/>
              <a:miter lim="400000"/>
            </a:ln>
          </a:left>
          <a:right>
            <a:ln w="12700" cap="flat">
              <a:solidFill>
                <a:srgbClr val="8E755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8E755A"/>
              </a:solidFill>
              <a:prstDash val="solid"/>
              <a:miter lim="400000"/>
            </a:ln>
          </a:insideH>
          <a:insideV>
            <a:ln w="12700" cap="flat">
              <a:solidFill>
                <a:srgbClr val="8E755A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DBBB3"/>
              </a:solidFill>
              <a:prstDash val="solid"/>
              <a:miter lim="400000"/>
            </a:ln>
          </a:top>
          <a:bottom>
            <a:ln w="12700" cap="flat">
              <a:solidFill>
                <a:srgbClr val="BDBBB3"/>
              </a:solidFill>
              <a:prstDash val="solid"/>
              <a:miter lim="400000"/>
            </a:ln>
          </a:bottom>
          <a:insideH>
            <a:ln w="12700" cap="flat">
              <a:solidFill>
                <a:srgbClr val="BDBBB3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3DA"/>
          </a:solidFill>
        </a:fill>
      </a:tcStyle>
    </a:wholeTbl>
    <a:band2H>
      <a:tcTxStyle b="def" i="def"/>
      <a:tcStyle>
        <a:tcBdr/>
        <a:fill>
          <a:solidFill>
            <a:srgbClr val="F9F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A5A59F"/>
              </a:solidFill>
              <a:prstDash val="solid"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5D0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DBBB3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4D61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BDBBB3"/>
              </a:solidFill>
              <a:prstDash val="solid"/>
              <a:miter lim="400000"/>
            </a:ln>
          </a:bottom>
          <a:insideH>
            <a:ln w="12700" cap="flat">
              <a:solidFill>
                <a:srgbClr val="657477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F821DB8-F4EB-4A41-A1BA-3FCAFE7338EE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FECE2"/>
          </a:solidFill>
        </a:fill>
      </a:tcStyle>
    </a:wholeTbl>
    <a:band2H>
      <a:tcTxStyle b="def" i="def"/>
      <a:tcStyle>
        <a:tcBdr/>
        <a:fill>
          <a:solidFill>
            <a:srgbClr val="FFFBF1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A29A85"/>
              </a:solidFill>
              <a:prstDash val="solid"/>
              <a:miter lim="400000"/>
            </a:ln>
          </a:right>
          <a:top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4D8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29A85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A29A85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A29A85"/>
              </a:solidFill>
              <a:prstDash val="solid"/>
              <a:miter lim="400000"/>
            </a:ln>
          </a:bottom>
          <a:insideH>
            <a:ln w="12700" cap="flat">
              <a:solidFill>
                <a:srgbClr val="A29A85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33BA23B1-9221-436E-865A-0063620EA4FD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2C0">
              <a:alpha val="50000"/>
            </a:srgbClr>
          </a:solidFill>
        </a:fill>
      </a:tcStyle>
    </a:wholeTbl>
    <a:band2H>
      <a:tcTxStyle b="def" i="def"/>
      <a:tcStyle>
        <a:tcBdr/>
        <a:fill>
          <a:solidFill>
            <a:srgbClr val="E9E7DC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5BEAA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2C0">
              <a:alpha val="25000"/>
            </a:srgbClr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28C7D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Medium"/>
          <a:ea typeface="Avenir Next Medium"/>
          <a:cs typeface="Avenir Next Medium"/>
        </a:font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top>
          <a:bottom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chemeClr val="accent2">
              <a:hueOff val="-1122706"/>
              <a:satOff val="6504"/>
              <a:lumOff val="15871"/>
              <a:alpha val="12000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top>
          <a:bottom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Shape 17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57300" y="5397500"/>
            <a:ext cx="21869400" cy="5461000"/>
          </a:xfrm>
          <a:prstGeom prst="rect">
            <a:avLst/>
          </a:prstGeom>
        </p:spPr>
        <p:txBody>
          <a:bodyPr/>
          <a:lstStyle>
            <a:lvl1pPr>
              <a:defRPr spc="298" sz="149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57300" y="2895600"/>
            <a:ext cx="21869400" cy="2501900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0"/>
              </a:spcBef>
              <a:buSzTx/>
              <a:buNone/>
              <a:defRPr cap="all" spc="308" sz="7700">
                <a:solidFill>
                  <a:srgbClr val="FFFFFF"/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cap="all" spc="308" sz="7700">
                <a:solidFill>
                  <a:srgbClr val="FFFFFF"/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cap="all" spc="308" sz="7700">
                <a:solidFill>
                  <a:srgbClr val="FFFFFF"/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cap="all" spc="308" sz="7700">
                <a:solidFill>
                  <a:srgbClr val="FFFFFF"/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cap="all" spc="308" sz="77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ketch of a cityscape"/>
          <p:cNvSpPr/>
          <p:nvPr>
            <p:ph type="pic" idx="21"/>
          </p:nvPr>
        </p:nvSpPr>
        <p:spPr>
          <a:xfrm>
            <a:off x="800100" y="3962400"/>
            <a:ext cx="22772998" cy="14808393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57300" y="1663700"/>
            <a:ext cx="21869400" cy="1866900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pc="209" sz="105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57300" y="711200"/>
            <a:ext cx="21869400" cy="9525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116" sz="5800">
                <a:solidFill>
                  <a:srgbClr val="FFFFFF"/>
                </a:solidFill>
              </a:defRPr>
            </a:lvl1pPr>
            <a:lvl2pPr marL="0" indent="0" algn="ctr">
              <a:spcBef>
                <a:spcPts val="0"/>
              </a:spcBef>
              <a:buClrTx/>
              <a:buSzTx/>
              <a:buNone/>
              <a:defRPr cap="all" spc="116" sz="5800">
                <a:solidFill>
                  <a:srgbClr val="FFFFFF"/>
                </a:solidFill>
              </a:defRPr>
            </a:lvl2pPr>
            <a:lvl3pPr marL="0" indent="0" algn="ctr">
              <a:spcBef>
                <a:spcPts val="0"/>
              </a:spcBef>
              <a:buClrTx/>
              <a:buSzTx/>
              <a:buNone/>
              <a:defRPr cap="all" spc="116" sz="5800">
                <a:solidFill>
                  <a:srgbClr val="FFFFFF"/>
                </a:solidFill>
              </a:defRPr>
            </a:lvl3pPr>
            <a:lvl4pPr marL="0" indent="0" algn="ctr">
              <a:spcBef>
                <a:spcPts val="0"/>
              </a:spcBef>
              <a:buClrTx/>
              <a:buSzTx/>
              <a:buNone/>
              <a:defRPr cap="all" spc="116" sz="5800">
                <a:solidFill>
                  <a:srgbClr val="FFFFFF"/>
                </a:solidFill>
              </a:defRPr>
            </a:lvl4pPr>
            <a:lvl5pPr marL="0" indent="0" algn="ctr">
              <a:spcBef>
                <a:spcPts val="0"/>
              </a:spcBef>
              <a:buClrTx/>
              <a:buSzTx/>
              <a:buNone/>
              <a:defRPr cap="all" spc="116" sz="58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 A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ketch of a cityscape"/>
          <p:cNvSpPr/>
          <p:nvPr>
            <p:ph type="pic" idx="21"/>
          </p:nvPr>
        </p:nvSpPr>
        <p:spPr>
          <a:xfrm>
            <a:off x="1257300" y="3263900"/>
            <a:ext cx="21869402" cy="14220819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2" name="Body Level One…"/>
          <p:cNvSpPr txBox="1"/>
          <p:nvPr>
            <p:ph type="body" sz="quarter" idx="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cap="all" spc="342" sz="3800"/>
            </a:lvl1pPr>
            <a:lvl2pPr marL="0" indent="0" algn="ctr">
              <a:spcBef>
                <a:spcPts val="0"/>
              </a:spcBef>
              <a:buSzTx/>
              <a:buNone/>
              <a:defRPr cap="all" spc="342" sz="3800"/>
            </a:lvl2pPr>
            <a:lvl3pPr marL="0" indent="0" algn="ctr">
              <a:spcBef>
                <a:spcPts val="0"/>
              </a:spcBef>
              <a:buSzTx/>
              <a:buNone/>
              <a:defRPr cap="all" spc="342" sz="3800"/>
            </a:lvl3pPr>
            <a:lvl4pPr marL="0" indent="0" algn="ctr">
              <a:spcBef>
                <a:spcPts val="0"/>
              </a:spcBef>
              <a:buSzTx/>
              <a:buNone/>
              <a:defRPr cap="all" spc="342" sz="3800"/>
            </a:lvl4pPr>
            <a:lvl5pPr marL="0" indent="0" algn="ctr">
              <a:spcBef>
                <a:spcPts val="0"/>
              </a:spcBef>
              <a:buSzTx/>
              <a:buNone/>
              <a:defRPr cap="all" spc="342"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Text"/>
          <p:cNvSpPr txBox="1"/>
          <p:nvPr>
            <p:ph type="title"/>
          </p:nvPr>
        </p:nvSpPr>
        <p:spPr>
          <a:xfrm>
            <a:off x="1257300" y="4343400"/>
            <a:ext cx="21869400" cy="5016500"/>
          </a:xfrm>
          <a:prstGeom prst="rect">
            <a:avLst/>
          </a:prstGeom>
        </p:spPr>
        <p:txBody>
          <a:bodyPr anchor="ctr"/>
          <a:lstStyle>
            <a:lvl1pPr>
              <a:defRPr spc="298" sz="14900"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 A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xfrm>
            <a:off x="1257300" y="4343400"/>
            <a:ext cx="21869400" cy="5016500"/>
          </a:xfrm>
          <a:prstGeom prst="rect">
            <a:avLst/>
          </a:prstGeom>
        </p:spPr>
        <p:txBody>
          <a:bodyPr anchor="ctr"/>
          <a:lstStyle>
            <a:lvl1pPr>
              <a:defRPr spc="298" sz="14900"/>
            </a:lvl1pPr>
          </a:lstStyle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ketch of a building exterior with a balcony"/>
          <p:cNvSpPr/>
          <p:nvPr>
            <p:ph type="pic" idx="21"/>
          </p:nvPr>
        </p:nvSpPr>
        <p:spPr>
          <a:xfrm>
            <a:off x="9287692" y="1473939"/>
            <a:ext cx="14798045" cy="10998201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7" name="Title Text"/>
          <p:cNvSpPr txBox="1"/>
          <p:nvPr>
            <p:ph type="title"/>
          </p:nvPr>
        </p:nvSpPr>
        <p:spPr>
          <a:xfrm>
            <a:off x="1257300" y="5892800"/>
            <a:ext cx="8483600" cy="5029200"/>
          </a:xfrm>
          <a:prstGeom prst="rect">
            <a:avLst/>
          </a:prstGeom>
        </p:spPr>
        <p:txBody>
          <a:bodyPr/>
          <a:lstStyle>
            <a:lvl1pPr algn="l">
              <a:lnSpc>
                <a:spcPct val="80000"/>
              </a:lnSpc>
              <a:defRPr spc="209" sz="10500"/>
            </a:lvl1pPr>
          </a:lstStyle>
          <a:p>
            <a:pPr/>
            <a:r>
              <a:t>Title Text</a:t>
            </a:r>
          </a:p>
        </p:txBody>
      </p:sp>
      <p:sp>
        <p:nvSpPr>
          <p:cNvPr id="58" name="Body Level One…"/>
          <p:cNvSpPr txBox="1"/>
          <p:nvPr>
            <p:ph type="body" sz="quarter" idx="1"/>
          </p:nvPr>
        </p:nvSpPr>
        <p:spPr>
          <a:xfrm>
            <a:off x="1257300" y="4000500"/>
            <a:ext cx="8483600" cy="1905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ClrTx/>
              <a:buSzTx/>
              <a:buNone/>
              <a:defRPr cap="all" spc="116" sz="5800"/>
            </a:lvl1pPr>
            <a:lvl2pPr marL="0" indent="0">
              <a:spcBef>
                <a:spcPts val="0"/>
              </a:spcBef>
              <a:buClrTx/>
              <a:buSzTx/>
              <a:buNone/>
              <a:defRPr cap="all" spc="116" sz="5800"/>
            </a:lvl2pPr>
            <a:lvl3pPr marL="0" indent="0">
              <a:spcBef>
                <a:spcPts val="0"/>
              </a:spcBef>
              <a:buClrTx/>
              <a:buSzTx/>
              <a:buNone/>
              <a:defRPr cap="all" spc="116" sz="5800"/>
            </a:lvl3pPr>
            <a:lvl4pPr marL="0" indent="0">
              <a:spcBef>
                <a:spcPts val="0"/>
              </a:spcBef>
              <a:buClrTx/>
              <a:buSzTx/>
              <a:buNone/>
              <a:defRPr cap="all" spc="116" sz="5800"/>
            </a:lvl4pPr>
            <a:lvl5pPr marL="0" indent="0">
              <a:spcBef>
                <a:spcPts val="0"/>
              </a:spcBef>
              <a:buClrTx/>
              <a:buSzTx/>
              <a:buNone/>
              <a:defRPr cap="all" spc="116" sz="5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donec quis nunc"/>
          <p:cNvSpPr txBox="1"/>
          <p:nvPr>
            <p:ph type="body" sz="quarter" idx="2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342" sz="3800"/>
            </a:lvl1pPr>
          </a:lstStyle>
          <a:p>
            <a:pPr/>
            <a:r>
              <a:t>donec quis nunc</a:t>
            </a:r>
          </a:p>
        </p:txBody>
      </p:sp>
      <p:sp>
        <p:nvSpPr>
          <p:cNvPr id="6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donec quis nunc"/>
          <p:cNvSpPr txBox="1"/>
          <p:nvPr>
            <p:ph type="body" sz="quarter" idx="2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342" sz="3800"/>
            </a:lvl1pPr>
          </a:lstStyle>
          <a:p>
            <a:pPr/>
            <a:r>
              <a:t>donec quis nunc</a:t>
            </a:r>
          </a:p>
        </p:txBody>
      </p:sp>
      <p:sp>
        <p:nvSpPr>
          <p:cNvPr id="7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ketch of a building exterior with a balcony"/>
          <p:cNvSpPr/>
          <p:nvPr>
            <p:ph type="pic" sz="half" idx="21"/>
          </p:nvPr>
        </p:nvSpPr>
        <p:spPr>
          <a:xfrm>
            <a:off x="10477500" y="3124200"/>
            <a:ext cx="12623801" cy="9382260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6" name="Lorem ipsum"/>
          <p:cNvSpPr txBox="1"/>
          <p:nvPr>
            <p:ph type="body" sz="quarter" idx="22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342" sz="3800"/>
            </a:lvl1pPr>
          </a:lstStyle>
          <a:p>
            <a:pPr/>
            <a:r>
              <a:t>Lorem ipsum</a:t>
            </a:r>
          </a:p>
        </p:txBody>
      </p:sp>
      <p:sp>
        <p:nvSpPr>
          <p:cNvPr id="8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8" name="Body Level One…"/>
          <p:cNvSpPr txBox="1"/>
          <p:nvPr>
            <p:ph type="body" sz="half" idx="1"/>
          </p:nvPr>
        </p:nvSpPr>
        <p:spPr>
          <a:xfrm>
            <a:off x="1257300" y="3632200"/>
            <a:ext cx="8382000" cy="8470900"/>
          </a:xfrm>
          <a:prstGeom prst="rect">
            <a:avLst/>
          </a:prstGeom>
        </p:spPr>
        <p:txBody>
          <a:bodyPr/>
          <a:lstStyle>
            <a:lvl1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1pPr>
            <a:lvl2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2pPr>
            <a:lvl3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3pPr>
            <a:lvl4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4pPr>
            <a:lvl5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Lorem ipsum"/>
          <p:cNvSpPr txBox="1"/>
          <p:nvPr>
            <p:ph type="body" sz="quarter" idx="2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342" sz="3800"/>
            </a:lvl1pPr>
          </a:lstStyle>
          <a:p>
            <a:pPr/>
            <a:r>
              <a:t>Lorem ipsum</a:t>
            </a:r>
          </a:p>
        </p:txBody>
      </p:sp>
      <p:sp>
        <p:nvSpPr>
          <p:cNvPr id="9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8" name="Body Level One…"/>
          <p:cNvSpPr txBox="1"/>
          <p:nvPr>
            <p:ph type="body" sz="half" idx="1"/>
          </p:nvPr>
        </p:nvSpPr>
        <p:spPr>
          <a:xfrm>
            <a:off x="1257300" y="3632200"/>
            <a:ext cx="8382000" cy="8470900"/>
          </a:xfrm>
          <a:prstGeom prst="rect">
            <a:avLst/>
          </a:prstGeom>
        </p:spPr>
        <p:txBody>
          <a:bodyPr/>
          <a:lstStyle>
            <a:lvl1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1pPr>
            <a:lvl2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2pPr>
            <a:lvl3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3pPr>
            <a:lvl4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4pPr>
            <a:lvl5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Lorem ipsum"/>
          <p:cNvSpPr txBox="1"/>
          <p:nvPr>
            <p:ph type="body" sz="quarter" idx="21"/>
          </p:nvPr>
        </p:nvSpPr>
        <p:spPr>
          <a:xfrm>
            <a:off x="1257300" y="1879600"/>
            <a:ext cx="21869400" cy="723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cap="all" spc="342" sz="3800"/>
            </a:lvl1pPr>
          </a:lstStyle>
          <a:p>
            <a:pPr/>
            <a:r>
              <a:t>Lorem ipsum</a:t>
            </a:r>
          </a:p>
        </p:txBody>
      </p:sp>
      <p:sp>
        <p:nvSpPr>
          <p:cNvPr id="10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8" name="Body Level One…"/>
          <p:cNvSpPr txBox="1"/>
          <p:nvPr>
            <p:ph type="body" sz="half" idx="1"/>
          </p:nvPr>
        </p:nvSpPr>
        <p:spPr>
          <a:xfrm>
            <a:off x="1257300" y="3632200"/>
            <a:ext cx="8382000" cy="8470900"/>
          </a:xfrm>
          <a:prstGeom prst="rect">
            <a:avLst/>
          </a:prstGeom>
        </p:spPr>
        <p:txBody>
          <a:bodyPr/>
          <a:lstStyle>
            <a:lvl1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1pPr>
            <a:lvl2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2pPr>
            <a:lvl3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3pPr>
            <a:lvl4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4pPr>
            <a:lvl5pPr>
              <a:spcBef>
                <a:spcPts val="4000"/>
              </a:spcBef>
              <a:defRPr spc="70" sz="3500">
                <a:latin typeface="Avenir Medium"/>
                <a:ea typeface="Avenir Medium"/>
                <a:cs typeface="Avenir Medium"/>
                <a:sym typeface="Avenir Medium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9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Body Level One…"/>
          <p:cNvSpPr txBox="1"/>
          <p:nvPr>
            <p:ph type="body" idx="1"/>
          </p:nvPr>
        </p:nvSpPr>
        <p:spPr>
          <a:xfrm>
            <a:off x="1257300" y="1854200"/>
            <a:ext cx="21869400" cy="10502900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ketch of a cityscape"/>
          <p:cNvSpPr/>
          <p:nvPr>
            <p:ph type="pic" sz="half" idx="21"/>
          </p:nvPr>
        </p:nvSpPr>
        <p:spPr>
          <a:xfrm>
            <a:off x="12344400" y="7213475"/>
            <a:ext cx="10807966" cy="7028000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Modern architecture sketch"/>
          <p:cNvSpPr/>
          <p:nvPr>
            <p:ph type="pic" sz="half" idx="22"/>
          </p:nvPr>
        </p:nvSpPr>
        <p:spPr>
          <a:xfrm>
            <a:off x="12358081" y="833053"/>
            <a:ext cx="10758605" cy="6286501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Sketch of a building exterior with a balcony"/>
          <p:cNvSpPr/>
          <p:nvPr>
            <p:ph type="pic" sz="half" idx="23"/>
          </p:nvPr>
        </p:nvSpPr>
        <p:spPr>
          <a:xfrm>
            <a:off x="1251011" y="1524000"/>
            <a:ext cx="10782301" cy="10952100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2 Up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ketch of a building exterior with a balcony"/>
          <p:cNvSpPr/>
          <p:nvPr>
            <p:ph type="pic" sz="half" idx="21"/>
          </p:nvPr>
        </p:nvSpPr>
        <p:spPr>
          <a:xfrm>
            <a:off x="12314767" y="1429600"/>
            <a:ext cx="10833102" cy="11003701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ketch of long entryway to a building under a sloped awning"/>
          <p:cNvSpPr/>
          <p:nvPr>
            <p:ph type="pic" sz="half" idx="22"/>
          </p:nvPr>
        </p:nvSpPr>
        <p:spPr>
          <a:xfrm>
            <a:off x="1078993" y="1497954"/>
            <a:ext cx="10998201" cy="11015266"/>
          </a:xfrm>
          <a:prstGeom prst="rect">
            <a:avLst/>
          </a:prstGeom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6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”"/>
          <p:cNvSpPr txBox="1"/>
          <p:nvPr>
            <p:ph type="body" sz="quarter" idx="21"/>
          </p:nvPr>
        </p:nvSpPr>
        <p:spPr>
          <a:xfrm>
            <a:off x="11470640" y="9931400"/>
            <a:ext cx="1444779" cy="270510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pc="360" sz="18000">
                <a:latin typeface="Baskerville SemiBold"/>
                <a:ea typeface="Baskerville SemiBold"/>
                <a:cs typeface="Baskerville SemiBold"/>
                <a:sym typeface="Baskerville SemiBold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44" name="“"/>
          <p:cNvSpPr txBox="1"/>
          <p:nvPr>
            <p:ph type="body" sz="quarter" idx="22"/>
          </p:nvPr>
        </p:nvSpPr>
        <p:spPr>
          <a:xfrm>
            <a:off x="11470640" y="2514600"/>
            <a:ext cx="1444779" cy="270510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pc="360" sz="18000">
                <a:latin typeface="Baskerville SemiBold"/>
                <a:ea typeface="Baskerville SemiBold"/>
                <a:cs typeface="Baskerville SemiBold"/>
                <a:sym typeface="Baskerville SemiBold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45" name="— Johnny Appleseed"/>
          <p:cNvSpPr txBox="1"/>
          <p:nvPr>
            <p:ph type="body" sz="quarter" idx="23"/>
          </p:nvPr>
        </p:nvSpPr>
        <p:spPr>
          <a:xfrm>
            <a:off x="1257300" y="9118600"/>
            <a:ext cx="21869400" cy="76200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i="1" spc="76" sz="3800">
                <a:solidFill>
                  <a:schemeClr val="accent5">
                    <a:satOff val="-10854"/>
                    <a:lumOff val="-10463"/>
                  </a:schemeClr>
                </a:solidFill>
                <a:latin typeface="Avenir Medium"/>
                <a:ea typeface="Avenir Medium"/>
                <a:cs typeface="Avenir Medium"/>
                <a:sym typeface="Avenir Medium"/>
              </a:defRPr>
            </a:lvl1pPr>
          </a:lstStyle>
          <a:p>
            <a:pPr/>
            <a:r>
              <a:t>— Johnny Appleseed</a:t>
            </a:r>
          </a:p>
        </p:txBody>
      </p:sp>
      <p:sp>
        <p:nvSpPr>
          <p:cNvPr id="146" name="Type a quote here."/>
          <p:cNvSpPr txBox="1"/>
          <p:nvPr>
            <p:ph type="body" sz="quarter" idx="24"/>
          </p:nvPr>
        </p:nvSpPr>
        <p:spPr>
          <a:xfrm>
            <a:off x="1257300" y="7518400"/>
            <a:ext cx="21869400" cy="1447800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 algn="ctr">
              <a:spcBef>
                <a:spcPts val="500"/>
              </a:spcBef>
              <a:buClrTx/>
              <a:buSzTx/>
              <a:buNone/>
              <a:defRPr cap="all" spc="656" sz="8200"/>
            </a:lvl1pPr>
          </a:lstStyle>
          <a:p>
            <a:pPr/>
            <a:r>
              <a:t>Type a quote here.</a:t>
            </a:r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ketch of a cityscape"/>
          <p:cNvSpPr/>
          <p:nvPr>
            <p:ph type="pic" idx="21"/>
          </p:nvPr>
        </p:nvSpPr>
        <p:spPr>
          <a:xfrm>
            <a:off x="0" y="0"/>
            <a:ext cx="24384000" cy="1585596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 Al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11952392" y="12983939"/>
            <a:ext cx="479216" cy="49892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257300" y="825500"/>
            <a:ext cx="21869400" cy="1054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1257300" y="3352800"/>
            <a:ext cx="21869400" cy="906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2392" y="12971239"/>
            <a:ext cx="479216" cy="49892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cap="all" spc="48" sz="2400">
                <a:solidFill>
                  <a:srgbClr val="9A958E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</p:sldLayoutIdLst>
  <p:transition xmlns:p14="http://schemas.microsoft.com/office/powerpoint/2010/main" spd="med" advClick="1"/>
  <p:txStyles>
    <p:titleStyle>
      <a:lvl1pPr marL="0" marR="0" indent="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1pPr>
      <a:lvl2pPr marL="0" marR="0" indent="3429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2pPr>
      <a:lvl3pPr marL="0" marR="0" indent="6858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3pPr>
      <a:lvl4pPr marL="0" marR="0" indent="10287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4pPr>
      <a:lvl5pPr marL="0" marR="0" indent="13716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5pPr>
      <a:lvl6pPr marL="0" marR="0" indent="17145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6pPr>
      <a:lvl7pPr marL="0" marR="0" indent="20574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7pPr>
      <a:lvl8pPr marL="0" marR="0" indent="24003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8pPr>
      <a:lvl9pPr marL="0" marR="0" indent="2743200" algn="ctr" defTabSz="6477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116" strike="noStrike" sz="58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9pPr>
    </p:titleStyle>
    <p:bodyStyle>
      <a:lvl1pPr marL="508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1pPr>
      <a:lvl2pPr marL="1016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2pPr>
      <a:lvl3pPr marL="1524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3pPr>
      <a:lvl4pPr marL="2032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4pPr>
      <a:lvl5pPr marL="2540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5pPr>
      <a:lvl6pPr marL="3048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6pPr>
      <a:lvl7pPr marL="3556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7pPr>
      <a:lvl8pPr marL="4064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8pPr>
      <a:lvl9pPr marL="4572000" marR="0" indent="-508000" algn="l" defTabSz="647700" rtl="0" latinLnBrk="0">
        <a:lnSpc>
          <a:spcPct val="100000"/>
        </a:lnSpc>
        <a:spcBef>
          <a:spcPts val="480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b="0" baseline="0" cap="none" i="0" spc="84" strike="noStrike" sz="4200" u="none">
          <a:solidFill>
            <a:srgbClr val="5B5854"/>
          </a:solidFill>
          <a:uFillTx/>
          <a:latin typeface="+mn-lt"/>
          <a:ea typeface="+mn-ea"/>
          <a:cs typeface="+mn-cs"/>
          <a:sym typeface="Futura"/>
        </a:defRPr>
      </a:lvl9pPr>
    </p:bodyStyle>
    <p:otherStyle>
      <a:lvl1pPr marL="0" marR="0" indent="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1pPr>
      <a:lvl2pPr marL="0" marR="0" indent="2286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2pPr>
      <a:lvl3pPr marL="0" marR="0" indent="4572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3pPr>
      <a:lvl4pPr marL="0" marR="0" indent="6858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4pPr>
      <a:lvl5pPr marL="0" marR="0" indent="9144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5pPr>
      <a:lvl6pPr marL="0" marR="0" indent="11430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6pPr>
      <a:lvl7pPr marL="0" marR="0" indent="13716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7pPr>
      <a:lvl8pPr marL="0" marR="0" indent="16002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8pPr>
      <a:lvl9pPr marL="0" marR="0" indent="1828800" algn="ctr" defTabSz="6477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all" i="0" spc="48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Futur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Development of a 3D Printed Bionic Ear"/>
          <p:cNvSpPr txBox="1"/>
          <p:nvPr>
            <p:ph type="ctrTitle"/>
          </p:nvPr>
        </p:nvSpPr>
        <p:spPr>
          <a:xfrm>
            <a:off x="1906578" y="4332127"/>
            <a:ext cx="12253471" cy="4528228"/>
          </a:xfrm>
          <a:prstGeom prst="rect">
            <a:avLst/>
          </a:prstGeom>
        </p:spPr>
        <p:txBody>
          <a:bodyPr/>
          <a:lstStyle>
            <a:lvl1pPr defTabSz="382142">
              <a:defRPr spc="175" sz="8791"/>
            </a:lvl1pPr>
          </a:lstStyle>
          <a:p>
            <a:pPr/>
            <a:r>
              <a:t>Development of a 3D Printed Bionic Ear</a:t>
            </a:r>
          </a:p>
        </p:txBody>
      </p:sp>
      <p:sp>
        <p:nvSpPr>
          <p:cNvPr id="179" name="~Prajin tanneru"/>
          <p:cNvSpPr txBox="1"/>
          <p:nvPr/>
        </p:nvSpPr>
        <p:spPr>
          <a:xfrm>
            <a:off x="1144908" y="12168516"/>
            <a:ext cx="3028266" cy="498922"/>
          </a:xfrm>
          <a:prstGeom prst="rect">
            <a:avLst/>
          </a:prstGeom>
          <a:blipFill>
            <a:blip r:embed="rId2"/>
          </a:blip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cap="all" spc="48" sz="2400">
                <a:solidFill>
                  <a:srgbClr val="FFFFFF"/>
                </a:solidFill>
              </a:defRPr>
            </a:lvl1pPr>
          </a:lstStyle>
          <a:p>
            <a:pPr/>
            <a:r>
              <a:t>~Prajin tanneru</a:t>
            </a:r>
          </a:p>
        </p:txBody>
      </p:sp>
      <p:pic>
        <p:nvPicPr>
          <p:cNvPr id="18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703267" y="561601"/>
            <a:ext cx="2977466" cy="2802321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  <p:pic>
        <p:nvPicPr>
          <p:cNvPr id="181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759593" y="3216256"/>
            <a:ext cx="4692294" cy="452822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762497" y="8600680"/>
            <a:ext cx="6686486" cy="4298456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Why bionic ear?"/>
          <p:cNvSpPr txBox="1"/>
          <p:nvPr>
            <p:ph type="body" sz="quarter" idx="1"/>
          </p:nvPr>
        </p:nvSpPr>
        <p:spPr>
          <a:xfrm>
            <a:off x="1257299" y="826251"/>
            <a:ext cx="8483601" cy="1905001"/>
          </a:xfrm>
          <a:prstGeom prst="rect">
            <a:avLst/>
          </a:prstGeom>
        </p:spPr>
        <p:txBody>
          <a:bodyPr/>
          <a:lstStyle/>
          <a:p>
            <a:pPr/>
            <a:r>
              <a:t>Why bionic ear?</a:t>
            </a:r>
          </a:p>
        </p:txBody>
      </p:sp>
      <p:sp>
        <p:nvSpPr>
          <p:cNvPr id="185" name="It represents merging cutting edge tech with biological principles for human aid…"/>
          <p:cNvSpPr txBox="1"/>
          <p:nvPr/>
        </p:nvSpPr>
        <p:spPr>
          <a:xfrm>
            <a:off x="1257299" y="3199498"/>
            <a:ext cx="8483601" cy="9352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 defTabSz="537590">
              <a:spcBef>
                <a:spcPts val="3900"/>
              </a:spcBef>
              <a:defRPr spc="69" sz="3486">
                <a:solidFill>
                  <a:srgbClr val="000000"/>
                </a:solidFill>
              </a:defRPr>
            </a:pPr>
            <a:r>
              <a:t>It represents merging cutting edge tech with biological principles for human aid</a:t>
            </a:r>
            <a:br/>
          </a:p>
          <a:p>
            <a:pPr defTabSz="537590">
              <a:spcBef>
                <a:spcPts val="3900"/>
              </a:spcBef>
              <a:defRPr spc="69" sz="3486">
                <a:solidFill>
                  <a:srgbClr val="000000"/>
                </a:solidFill>
              </a:defRPr>
            </a:pPr>
            <a:r>
              <a:t>Quality of life improvements for individuals with impairments</a:t>
            </a:r>
            <a:br/>
            <a:br/>
            <a:r>
              <a:t>Immense significance in the field of regenerative medicine and biomedical engineering.</a:t>
            </a:r>
            <a:br/>
            <a:br/>
            <a:r>
              <a:t>It’s impact of this technology is crucial for fostering further research in the pursuit of enhancing human health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hondrocyte Culturing:Isolation and cultivation of chondrocytes from bovine articular cartilage, including details of medium composition and culture conditions.…"/>
          <p:cNvSpPr txBox="1"/>
          <p:nvPr>
            <p:ph type="title"/>
          </p:nvPr>
        </p:nvSpPr>
        <p:spPr>
          <a:xfrm>
            <a:off x="1257300" y="2794000"/>
            <a:ext cx="11468100" cy="8855057"/>
          </a:xfrm>
          <a:prstGeom prst="rect">
            <a:avLst/>
          </a:prstGeom>
        </p:spPr>
        <p:txBody>
          <a:bodyPr/>
          <a:lstStyle/>
          <a:p>
            <a:pPr defTabSz="511683">
              <a:lnSpc>
                <a:spcPct val="100000"/>
              </a:lnSpc>
              <a:spcBef>
                <a:spcPts val="3700"/>
              </a:spcBef>
              <a:defRPr cap="none" spc="66" sz="3318">
                <a:solidFill>
                  <a:srgbClr val="000000"/>
                </a:solidFill>
              </a:defRPr>
            </a:pPr>
          </a:p>
          <a:p>
            <a:pPr defTabSz="511683">
              <a:lnSpc>
                <a:spcPct val="100000"/>
              </a:lnSpc>
              <a:spcBef>
                <a:spcPts val="3700"/>
              </a:spcBef>
              <a:defRPr cap="none" spc="66" sz="3318">
                <a:solidFill>
                  <a:srgbClr val="000000"/>
                </a:solidFill>
              </a:defRPr>
            </a:pPr>
            <a:r>
              <a:rPr>
                <a:latin typeface="Futura Bold"/>
                <a:ea typeface="Futura Bold"/>
                <a:cs typeface="Futura Bold"/>
                <a:sym typeface="Futura Bold"/>
              </a:rPr>
              <a:t>Chondrocyte Culturing</a:t>
            </a:r>
            <a:r>
              <a:t>:Isolation and cultivation of chondrocytes from bovine articular cartilage, including details of medium composition and culture conditions.</a:t>
            </a:r>
          </a:p>
          <a:p>
            <a:pPr defTabSz="511683">
              <a:lnSpc>
                <a:spcPct val="100000"/>
              </a:lnSpc>
              <a:spcBef>
                <a:spcPts val="3700"/>
              </a:spcBef>
              <a:defRPr cap="none" spc="66" sz="3318">
                <a:solidFill>
                  <a:srgbClr val="000000"/>
                </a:solidFill>
              </a:defRPr>
            </a:pPr>
            <a:r>
              <a:rPr>
                <a:latin typeface="Futura Bold"/>
                <a:ea typeface="Futura Bold"/>
                <a:cs typeface="Futura Bold"/>
                <a:sym typeface="Futura Bold"/>
              </a:rPr>
              <a:t>Alginate Formulation</a:t>
            </a:r>
            <a:r>
              <a:t>:Preparation of the hydrogel matrix using alginate and chondrocyte seeding, emphasizing the importance of scaffold biocompatibility.</a:t>
            </a:r>
          </a:p>
          <a:p>
            <a:pPr defTabSz="511683">
              <a:lnSpc>
                <a:spcPct val="100000"/>
              </a:lnSpc>
              <a:spcBef>
                <a:spcPts val="3700"/>
              </a:spcBef>
              <a:defRPr cap="none" spc="66" sz="3318">
                <a:solidFill>
                  <a:srgbClr val="000000"/>
                </a:solidFill>
              </a:defRPr>
            </a:pPr>
            <a:r>
              <a:rPr>
                <a:latin typeface="Futura Bold"/>
                <a:ea typeface="Futura Bold"/>
                <a:cs typeface="Futura Bold"/>
                <a:sym typeface="Futura Bold"/>
              </a:rPr>
              <a:t>3D Printing Process</a:t>
            </a:r>
            <a:r>
              <a:t>: Layer-by-layer deposition of functional materials</a:t>
            </a:r>
            <a:br/>
            <a:br/>
            <a:r>
              <a:rPr>
                <a:latin typeface="Futura Bold"/>
                <a:ea typeface="Futura Bold"/>
                <a:cs typeface="Futura Bold"/>
                <a:sym typeface="Futura Bold"/>
              </a:rPr>
              <a:t>Culture conditions</a:t>
            </a:r>
            <a:r>
              <a:t>: Maintaining temperature, CO2 levels, and nutrient supply to facilitate cell growth</a:t>
            </a:r>
            <a:br/>
          </a:p>
        </p:txBody>
      </p:sp>
      <p:sp>
        <p:nvSpPr>
          <p:cNvPr id="188" name="Methodology &amp;procedure"/>
          <p:cNvSpPr txBox="1"/>
          <p:nvPr>
            <p:ph type="body" sz="quarter" idx="1"/>
          </p:nvPr>
        </p:nvSpPr>
        <p:spPr>
          <a:xfrm>
            <a:off x="1257299" y="681967"/>
            <a:ext cx="8483601" cy="1905001"/>
          </a:xfrm>
          <a:prstGeom prst="rect">
            <a:avLst/>
          </a:prstGeom>
        </p:spPr>
        <p:txBody>
          <a:bodyPr/>
          <a:lstStyle>
            <a:lvl1pPr defTabSz="595884">
              <a:defRPr spc="106" sz="5336"/>
            </a:lvl1pPr>
          </a:lstStyle>
          <a:p>
            <a:pPr/>
            <a:r>
              <a:t>Methodology &amp;procedure</a:t>
            </a:r>
          </a:p>
        </p:txBody>
      </p:sp>
      <p:pic>
        <p:nvPicPr>
          <p:cNvPr id="18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88722" y="1676113"/>
            <a:ext cx="9930098" cy="493471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  <p:pic>
        <p:nvPicPr>
          <p:cNvPr id="19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235067" y="7274432"/>
            <a:ext cx="9037407" cy="447607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he ear underwent various test to ensure its functionality Biochemical:chondrocyte proliferation in the bionic ear under culture was determined Histological:several rounds of staining and washing Mechanical:To check the structural integrity Electrical &amp; "/>
          <p:cNvSpPr txBox="1"/>
          <p:nvPr>
            <p:ph type="title"/>
          </p:nvPr>
        </p:nvSpPr>
        <p:spPr>
          <a:xfrm>
            <a:off x="1257299" y="3271640"/>
            <a:ext cx="8581012" cy="950022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  <a:spcBef>
                <a:spcPts val="4800"/>
              </a:spcBef>
              <a:defRPr cap="none" spc="84" sz="4200"/>
            </a:pPr>
            <a:r>
              <a:t>The ear underwent various test to ensure its functionality</a:t>
            </a:r>
            <a:br/>
            <a:r>
              <a:rPr>
                <a:latin typeface="Futura Bold"/>
                <a:ea typeface="Futura Bold"/>
                <a:cs typeface="Futura Bold"/>
                <a:sym typeface="Futura Bold"/>
              </a:rPr>
              <a:t>Biochemical</a:t>
            </a:r>
            <a:r>
              <a:t>:chondrocyte proliferation in the bionic ear under culture was determined</a:t>
            </a:r>
            <a:br/>
            <a:r>
              <a:rPr>
                <a:latin typeface="Futura Bold"/>
                <a:ea typeface="Futura Bold"/>
                <a:cs typeface="Futura Bold"/>
                <a:sym typeface="Futura Bold"/>
              </a:rPr>
              <a:t>Histological</a:t>
            </a:r>
            <a:r>
              <a:t>:several rounds of staining and washing</a:t>
            </a:r>
            <a:br/>
            <a:r>
              <a:rPr>
                <a:latin typeface="Futura Bold"/>
                <a:ea typeface="Futura Bold"/>
                <a:cs typeface="Futura Bold"/>
                <a:sym typeface="Futura Bold"/>
              </a:rPr>
              <a:t>Mechanical</a:t>
            </a:r>
            <a:r>
              <a:t>:To check the structural integrity</a:t>
            </a:r>
            <a:br/>
            <a:r>
              <a:rPr>
                <a:latin typeface="Futura Bold"/>
                <a:ea typeface="Futura Bold"/>
                <a:cs typeface="Futura Bold"/>
                <a:sym typeface="Futura Bold"/>
              </a:rPr>
              <a:t>Electrical &amp; radio</a:t>
            </a:r>
            <a:r>
              <a:t>: To check its sensitivity</a:t>
            </a:r>
          </a:p>
        </p:txBody>
      </p:sp>
      <p:sp>
        <p:nvSpPr>
          <p:cNvPr id="193" name="Testing &amp; analysis"/>
          <p:cNvSpPr txBox="1"/>
          <p:nvPr>
            <p:ph type="body" sz="quarter" idx="1"/>
          </p:nvPr>
        </p:nvSpPr>
        <p:spPr>
          <a:xfrm>
            <a:off x="1257299" y="946488"/>
            <a:ext cx="8483601" cy="1905001"/>
          </a:xfrm>
          <a:prstGeom prst="rect">
            <a:avLst/>
          </a:prstGeom>
        </p:spPr>
        <p:txBody>
          <a:bodyPr/>
          <a:lstStyle/>
          <a:p>
            <a:pPr/>
            <a:r>
              <a:t>Testing &amp; analysis</a:t>
            </a:r>
          </a:p>
        </p:txBody>
      </p:sp>
      <p:pic>
        <p:nvPicPr>
          <p:cNvPr id="19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78602" y="1701386"/>
            <a:ext cx="4669354" cy="3243079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  <p:pic>
        <p:nvPicPr>
          <p:cNvPr id="19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221168" y="1730769"/>
            <a:ext cx="6966966" cy="688890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  <p:pic>
        <p:nvPicPr>
          <p:cNvPr id="196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640175" y="8850735"/>
            <a:ext cx="7505637" cy="376199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Resul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34745">
              <a:defRPr spc="113" sz="5684"/>
            </a:lvl1pPr>
          </a:lstStyle>
          <a:p>
            <a:pPr/>
            <a:r>
              <a:t>Results</a:t>
            </a:r>
          </a:p>
        </p:txBody>
      </p:sp>
      <p:sp>
        <p:nvSpPr>
          <p:cNvPr id="199" name="Results: the development of the bionic ear through images captured during its growth in a laboratory setting. The images depicted changes in its appearance over time, illustrating the formation of new cartilage and the gradual degradation of the scaffold"/>
          <p:cNvSpPr txBox="1"/>
          <p:nvPr>
            <p:ph type="body" sz="half" idx="1"/>
          </p:nvPr>
        </p:nvSpPr>
        <p:spPr>
          <a:xfrm>
            <a:off x="1257300" y="2418467"/>
            <a:ext cx="8382000" cy="9684633"/>
          </a:xfrm>
          <a:prstGeom prst="rect">
            <a:avLst/>
          </a:prstGeom>
        </p:spPr>
        <p:txBody>
          <a:bodyPr/>
          <a:lstStyle/>
          <a:p>
            <a:pPr marL="0" indent="0" defTabSz="395097">
              <a:spcBef>
                <a:spcPts val="2900"/>
              </a:spcBef>
              <a:buClrTx/>
              <a:buSzTx/>
              <a:buNone/>
              <a:defRPr spc="64" sz="3233">
                <a:latin typeface="+mn-lt"/>
                <a:ea typeface="+mn-ea"/>
                <a:cs typeface="+mn-cs"/>
                <a:sym typeface="Futura"/>
              </a:defRPr>
            </a:pPr>
            <a:r>
              <a:t>Results: the development of the bionic ear through images captured during its growth in a laboratory setting. The images depicted changes in its appearance over time, illustrating the formation of new cartilage and the gradual degradation of the scaffold material.</a:t>
            </a:r>
          </a:p>
          <a:p>
            <a:pPr marL="0" indent="0" defTabSz="395097">
              <a:spcBef>
                <a:spcPts val="2900"/>
              </a:spcBef>
              <a:buClrTx/>
              <a:buSzTx/>
              <a:buNone/>
              <a:defRPr spc="64" sz="3233">
                <a:latin typeface="+mn-lt"/>
                <a:ea typeface="+mn-ea"/>
                <a:cs typeface="+mn-cs"/>
                <a:sym typeface="Futura"/>
              </a:defRPr>
            </a:pPr>
            <a:r>
              <a:t>Applications: The bionic ear holds promise for diverse applications, particularly in assisting individuals with hearing impairments and potentially inspiring the development of innovative medical devices leveraging tissue engineering techniques.</a:t>
            </a:r>
          </a:p>
        </p:txBody>
      </p:sp>
      <p:pic>
        <p:nvPicPr>
          <p:cNvPr id="20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184492" y="2744133"/>
            <a:ext cx="9209816" cy="1025973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7517" y="3059320"/>
            <a:ext cx="14448966" cy="759736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  <p:pic>
        <p:nvPicPr>
          <p:cNvPr id="203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424369" y="5081294"/>
            <a:ext cx="1653607" cy="253979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  <p:pic>
        <p:nvPicPr>
          <p:cNvPr id="20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H="1">
            <a:off x="3212560" y="5081294"/>
            <a:ext cx="1653607" cy="253979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27000" dist="76200" dir="2700000">
              <a:srgbClr val="000000">
                <a:alpha val="75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New_Template8">
  <a:themeElements>
    <a:clrScheme name="New_Template8">
      <a:dk1>
        <a:srgbClr val="5B5854"/>
      </a:dk1>
      <a:lt1>
        <a:srgbClr val="072B5B"/>
      </a:lt1>
      <a:dk2>
        <a:srgbClr val="5B5854"/>
      </a:dk2>
      <a:lt2>
        <a:srgbClr val="C9C3BA"/>
      </a:lt2>
      <a:accent1>
        <a:srgbClr val="708CA5"/>
      </a:accent1>
      <a:accent2>
        <a:srgbClr val="80A7A7"/>
      </a:accent2>
      <a:accent3>
        <a:srgbClr val="98A66D"/>
      </a:accent3>
      <a:accent4>
        <a:srgbClr val="CF9E5B"/>
      </a:accent4>
      <a:accent5>
        <a:srgbClr val="C87C6D"/>
      </a:accent5>
      <a:accent6>
        <a:srgbClr val="837B9A"/>
      </a:accent6>
      <a:hlink>
        <a:srgbClr val="0000FF"/>
      </a:hlink>
      <a:folHlink>
        <a:srgbClr val="FF00FF"/>
      </a:folHlink>
    </a:clrScheme>
    <a:fontScheme name="New_Template8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New_Template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48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5">
              <a:alpha val="75000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 upright="0">
        <a:spAutoFit/>
      </a:bodyPr>
      <a:lstStyle>
        <a:defPPr marL="0" marR="0" indent="0" algn="l" defTabSz="647700" rtl="0" fontAlgn="auto" latinLnBrk="0" hangingPunct="0">
          <a:lnSpc>
            <a:spcPct val="100000"/>
          </a:lnSpc>
          <a:spcBef>
            <a:spcPts val="4800"/>
          </a:spcBef>
          <a:spcAft>
            <a:spcPts val="0"/>
          </a:spcAft>
          <a:buClrTx/>
          <a:buSzTx/>
          <a:buFontTx/>
          <a:buNone/>
          <a:tabLst/>
          <a:defRPr b="0" baseline="0" cap="none" i="0" spc="84" strike="noStrike" sz="4200" u="none" kumimoji="0" normalizeH="0">
            <a:ln>
              <a:noFill/>
            </a:ln>
            <a:solidFill>
              <a:srgbClr val="5B5854"/>
            </a:solidFill>
            <a:effectLst/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New_Template8">
  <a:themeElements>
    <a:clrScheme name="New_Template8">
      <a:dk1>
        <a:srgbClr val="000000"/>
      </a:dk1>
      <a:lt1>
        <a:srgbClr val="FFFFFF"/>
      </a:lt1>
      <a:dk2>
        <a:srgbClr val="5B5854"/>
      </a:dk2>
      <a:lt2>
        <a:srgbClr val="C9C3BA"/>
      </a:lt2>
      <a:accent1>
        <a:srgbClr val="708CA5"/>
      </a:accent1>
      <a:accent2>
        <a:srgbClr val="80A7A7"/>
      </a:accent2>
      <a:accent3>
        <a:srgbClr val="98A66D"/>
      </a:accent3>
      <a:accent4>
        <a:srgbClr val="CF9E5B"/>
      </a:accent4>
      <a:accent5>
        <a:srgbClr val="C87C6D"/>
      </a:accent5>
      <a:accent6>
        <a:srgbClr val="837B9A"/>
      </a:accent6>
      <a:hlink>
        <a:srgbClr val="0000FF"/>
      </a:hlink>
      <a:folHlink>
        <a:srgbClr val="FF00FF"/>
      </a:folHlink>
    </a:clrScheme>
    <a:fontScheme name="New_Template8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New_Template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all" i="0" spc="48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5">
              <a:alpha val="75000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 upright="0">
        <a:spAutoFit/>
      </a:bodyPr>
      <a:lstStyle>
        <a:defPPr marL="0" marR="0" indent="0" algn="l" defTabSz="647700" rtl="0" fontAlgn="auto" latinLnBrk="0" hangingPunct="0">
          <a:lnSpc>
            <a:spcPct val="100000"/>
          </a:lnSpc>
          <a:spcBef>
            <a:spcPts val="4800"/>
          </a:spcBef>
          <a:spcAft>
            <a:spcPts val="0"/>
          </a:spcAft>
          <a:buClrTx/>
          <a:buSzTx/>
          <a:buFontTx/>
          <a:buNone/>
          <a:tabLst/>
          <a:defRPr b="0" baseline="0" cap="none" i="0" spc="84" strike="noStrike" sz="4200" u="none" kumimoji="0" normalizeH="0">
            <a:ln>
              <a:noFill/>
            </a:ln>
            <a:solidFill>
              <a:srgbClr val="5B5854"/>
            </a:solidFill>
            <a:effectLst/>
            <a:uFillTx/>
            <a:latin typeface="+mn-lt"/>
            <a:ea typeface="+mn-ea"/>
            <a:cs typeface="+mn-cs"/>
            <a:sym typeface="Futur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